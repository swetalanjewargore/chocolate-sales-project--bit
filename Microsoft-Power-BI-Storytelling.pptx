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AA4BF-00C9-486C-9F1D-5E48D5B97661}" v="3" dt="2026-02-13T17:15:55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4992156"/>
                  </p:ext>
                </p:extLst>
              </p:nvPr>
            </p:nvGraphicFramePr>
            <p:xfrm>
              <a:off x="653143" y="223935"/>
              <a:ext cx="11178073" cy="628266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3143" y="223935"/>
                <a:ext cx="11178073" cy="62826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c08d358-c96b-4e67-8dd0-ad301a585320}">
  <we:reference id="WA200003233" version="2.0.0.3" store="en-US" storeType="OMEX"/>
  <we:alternateReferences/>
  <we:properties>
    <we:property name="Microsoft.Office.CampaignId" value="&quot;none&quot;"/>
    <we:property name="reportUrl" value="&quot;/groups/me/reports/5387018a-ad2e-4ee7-b0e3-aaf6007c98b7/5a26f520548a4e62f4f3?bookmarkGuid=b98d38a9-cefa-43ba-afbc-37659dd662f0&amp;bookmarkUsage=1&amp;ctid=f3c9ebc3-0543-43d8-9cac-9db513a7c000&amp;fromEntryPoint=export&quot;"/>
    <we:property name="reportState" value="&quot;CONNECTED&quot;"/>
    <we:property name="artifactViewState" value="&quot;live&quot;"/>
    <we:property name="reportEmbeddedTime" value="&quot;2026-02-13T11:34:40.505Z&quot;"/>
    <we:property name="creatorSessionId" value="&quot;d7cdb52b-8544-4621-b8f6-bf1f85ca5d40&quot;"/>
    <we:property name="creatorUserId" value="&quot;100320053F300696&quot;"/>
    <we:property name="creatorTenantId" value="&quot;f3c9ebc3-0543-43d8-9cac-9db513a7c000&quot;"/>
    <we:property name="pageDisplayName" value="&quot;Chocolate Sales&quot;"/>
    <we:property name="pageName" value="&quot;5a26f520548a4e62f4f3&quot;"/>
    <we:property name="reportName" value="&quot;Power Bi Basics 31-07-2025&quot;"/>
    <we:property name="isVisualContainerHeaderHidden" value="false"/>
    <we:property name="isFiltersActionButtonVisible" value="true"/>
    <we:property name="initialStateBookmark" value="&quot;H4sIAAAAAAAAA+1a3VPbOBD/Vxi/8JIW+dviDQLMdYDCEeAebhhGltaJW8d2bQXIMfnfbyUlgQSS8NWQ0lKG2tJqtbva/WlX1q0l0rrMWP8r64K1aW0Xxfcuq76v2VbDyodtR0f7h1sn+5dftw53sbkoZVrktbV5a0lWtUGep3WPZYoDNv570bBYlh2ztnpLWFZDwyqhqoucZel/YIixS1Y9GDQsuCmzomKKZUsyCYrtFZLjO85tf/ZxRsZlegUt4NK0+swJEt8hvhcxDwIn8RIXyWpDoCV7lATbkzSTyF09xv3dm7JCiW9HmrKYux6SEupQO/Q8wSM1veyXqreJ0rWLKuUss7TcFdRGzFurWWS9rn7anWhvFb2KwwkkuiuXqewjJ94peJEhu8uaZVBf8gxYDuKyLK6hilNrgHY5rgq0miZvFr1cVn3d3CmumxXgUGFt+oMLbLnSBm0WuWRpPlQNOHUpJdQjAXF5bAvC6GztV1U/MmiMhdsSVyzn2Dot2Va7XUGbyeHr7vLEPi0kyy5bilR37fXyoYOSX0yT7eIG6rVWJy1LlOstdDkEVvcq+EnybiFAIL7cs/2kgCos6jRvZ0O00Ziin06N3Ies3O63fvTSLFNyIabF3xA8VGDg0KISUG33dWzspNUIdpzGlC4r6nqDixFi4ohv9zCRmwA3ii0poi8GqisSNI6ihDuIRHEYxS4ltuI/d5GYlny7J+X0EimWduC5ceATh8ZuGBCfUi9eXYg7PjnaOWuemi30F0OH3xbnFsIIz3o1OhuIbVY1O6ySvwuSNJeGJFOBY+DEibntx/iPhJQ4iAMeJw9i32S0txbiBA0RJgiE4DBBKPE18TDne7S7scJO/KxwxIaHKHhalF9RIWMtJcr5KN9Gx9yriq4mHlYEdS/+0QNc6mmfbY068Pnv0cM8TlyxeKrSDcvEGFE+2IIMne/pzmZe9JRTxtNmO9bViIU9Q8mSFDLEA5zpaGkBO1vGhSGJ66eSf9VnjOQo2H21lf/pgMrYtJFzkY50+zKlSf3m66B1YnEGsxmMvXCgfi4GS928J4V9+S5hhPyzUSxhkcw+QYVIEpZEHg0cP46C2PPsV+WIf6VYeFS80z+AK8geajLuf9g1EvWcVak57Rj69ttZY4gA4xmsCQPtqMMVRXZPSN24dteguoeqWYdFLjsvy1V/bvWnBcv6ay+u/rI0h0ejcLEL/44OYGJJeIJz2/F9j9DIDWMaE1jdeuspR0rvJtxextprZycHH7oQXBiFzU6K88lWlnKobM+LfJ9GJHR9byIsrS5Ube1pbcjRTTPtX6WRKoX6zgcnn35OJrrMHOmeD7+a1z2XQy3OWdbTZ/Uo5EEqjVVvTTMSr5/tr5tZH+vsSFnWmxsbCbLkIv/Mi+7GtUc22vHnMm+v6xlm8N3CRAjbUvYC9qw3Zn8xMKCk/nyI1Ml47d3MhyCZYJKpSeElTvUGsLk8DEQDcMY7ILQPfJHQNZqmAhRzHeP4WnMc/EXopcz1fweQSLN43RK3vHq0lKO3/VTRkcY9wiVtOSdpu6NnnB1dE2SrocHEvjRXhcUYYOq0hnWlhhyyUg0nOPRsHwEVk3BrPgvjgR/VAyZw8EM6wh1az3KEsQ0W+IPhZGDiG1pib2qvN5uza+zox4EdOFHsBAmPwsTxXT9ZmKS+Uxmjd4V6Rg3z7kXWok9sK52ovvk5P6vEsOuF5zZLdCWTFQlBooiyICRBGHLPpqFY4c9j49L0mQtT6+Lh16sXnrV9Oc9E/dlVwNjM8zAdE0+QaRfWHeI4n4j9ibinhGzq32fuV+67Sk5R+CnJx4VDwzL59QPXqCWr5M7wHhLo+HiZlTB+cvF8RtEn155m1C3EIi7r2yCvAfL10QH5bGyyp7FpGZE984B4XIouR47hdQTCQ2ozRkMWRV4cxsTlevHnYY2EGxkXN4/cRLBpEIEbUk7tKLBDws3J2FxuaRd314e8IApcPwaXJS4NEbs5WeVbDa/8MDIXvWfE51NiYQdHiOJ6Ihje1fke+zYhopjQMApoDDS0HUHAE6u70gvur/xZ6jn3FfRyP6Z30ZN1yTgcI8NH9Ee9WS5ALLCBvmJrNgo0eTr8jDpngLp4OzbXYPA/lkZPggMsAAA=&quot;"/>
    <we:property name="bookmark" value="&quot;H4sIAAAAAAAAA+1aW1PbOBT+K4xfeEmLfLd4gwCznYUuSyj7sMMwsnScuHVs15aBLJP/vkdSkpKQC7eG9EIZaktHR+f66UjynSXSuszY4CPrg7Vr7RfFlz6rvmzZVsvKTRtntu86hAduFAeEejEPQ+wtSpkWeW3t3lmSVV2QF2ndsEwxwsZ/LeEJzm3H9z1CIzeMaUzAumxZLMtOWVfRJCyroWWVUNVFzrL0PzAssEtWDQxbFtyWWVExNVFHMglqsmskx3cUzH7voxyMy/QaOsClafWZEyS+Q3wvYh4ETuIlLpLVhkDLO5cE25M0k8hdPcaDw9uyQj3uxmZgMXc9JCXUoXbooXaRml4OStXbRum6RZVyllla7gpqI+ad1S6ypq+fDqfaO0VTcTiDRHflMpUDZe5ewYsM2V3VLIP6imfAchBXZXEDVZxaQ7TLaVWg1TR5u2hyWQ10c6+4aVeAQ4W16w8vseVaG7Rd5JKl+Ug14NSlFB1JAuLy2BaE0cXab6p+ZNiaCLcnrlnOsXVWsr1ut4Iuk6PXw/WJfV5Ill11FKnuOmryUYCSH0yT/eIW6q1OLy1LlOs1dDkBVjcVfCd59xAgEF/u2X5aQJUWdZp3sxHaaEzRT+dG7hNW7g86X5s0y5RciHTxZwQPlRg4tKgEVPsDnRsHaTWGHac1o8uGht7wcoyYOOLzPUzkJsGNYmvK6Muh6ooEjaMo4Q4iURxGsUuJrfgvdRLTku83Us66SLG0A8+NA584NHbDgPgUV63NhbjTs78OPrXPrz7unRz+xrkfBOdWwgjPmhqDDcQ+q9o9VslfBUnaa0OSmcQxcOLE3PZj/EdCShzEAY+TB7lvyt07C3GChggTBEJwmCCU+Jp4VPPN7W5tcBA/KR2x4SEKnhflR1TIWEuJcjGutzEwj6qir4lH24W6ib82gK6ejdnOuAOf/x4/LOPEFYvHKt2yTI4RFYMdyDD4Hh9s5kVPOWM8bbZTvRuxsGckWZJChniAM/21toRdLOPKlET/qeJf9RkjOQp2X2zlf3qgKjZt5FykY90+zGhSv7oftE4szmAxg0kUDtXP5XCti/e0sM9fJYyQvxeKNTjJrBNUiCRhSeTRwPHjKIg9z35RjfhHihuPivcGx3AN2UNNJv0Pu8aiXrAqNacdo9h+PWuMEGAygzVloAN1uKLI7gmpG7e+NajukWrWSZHL3vNq1e+7+9OCZYOtZ+/+sjSHuVm4OoR/xQAwuTT3rG9j91uPOVJ6M+GOMtbd+nR2/FNvBFdmYbuX4nyyk6UcKtvzIt+nEQld35tKS6sPVVdHWhdyDNNMx1dppEqh/haD00/fpxJdZ410L4ZfzOteyKEWFyxr9Ak+CnmcSmPVO9OMxNt7WLBgW8q2zeTzaHpSlvXuzk6CnLnI3/Oiv3PjkR3WvC/zrhp4eTk04KH+/BQljomubzOfgGSCSaYmhec4/xXgbX1YhQbgjPdA6Bj4IKFvNE0FKOY6F/G15jj4g9CuzPV/x5BI47x+iUtTPXbl+O3PVNGR1j3CNS0NZ2m3p2dcmQVT1JuhyNQyslST1blqtlUt61oNOWGlGk7UKjS2AcIgls7Wck4mSD6jJY5mENlAqGvs6MeBHThR7AQJj8LE8V0/WVlKvFGxqTGhXlBpvnkpvOoiZKPLiVc/jWWVGHU9c3e9xlAya6IQJIooC0IShCH3bBqKDb7EmGwgnuiYWpd4P15V96Tly3ki6i+u1SZmXobpWHaATPuw7RDHeUfsd8Q9J2RX/z5xvXLfVHKKws9IPikbW5aprh6ERi1x934w+loEdH48z0qYP7l4OqPonWvPMuoXYhWX7X2QNwD59vgYczE22bPYtI7MXniMN9kwrEeO0aUx4SG1GaMhiyIvDmPicu38ZVgj4VbGxe2c+2KbBhG4IeXUjgI7JNycXyzllvZxdX3IC6LA9WNwWeLSELGbk02+e37h8fVS9F6Qn4/JhQMcIYqbqWR40+Cbd4IsopjQMApoDDS0HUHAE5vr6RVfGfx29ZJbZe3ueXoXjaxLxuEUGc7RH/VmuQCxwgb6Q0izUKDJ09Fl15IB6vPIibmGw/8BHNnJPsYpAAA=&quot;"/>
    <we:property name="datasetId" value="&quot;5c79ff9a-1598-471a-9171-5b545df71877&quot;"/>
    <we:property name="embedUrl" value="&quot;/reportEmbed?reportId=5387018a-ad2e-4ee7-b0e3-aaf6007c98b7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75391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81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PowerPoint Presentation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Sweta Gore</cp:lastModifiedBy>
  <cp:revision>4</cp:revision>
  <dcterms:created xsi:type="dcterms:W3CDTF">2018-06-07T21:39:02Z</dcterms:created>
  <dcterms:modified xsi:type="dcterms:W3CDTF">2026-02-13T17:18:19Z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